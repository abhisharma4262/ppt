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7" r:id="rId4"/>
    <p:sldMasterId id="2147483824" r:id="rId5"/>
    <p:sldMasterId id="2147483882" r:id="rId6"/>
  </p:sldMasterIdLst>
  <p:notesMasterIdLst>
    <p:notesMasterId r:id="rId11"/>
  </p:notesMasterIdLst>
  <p:handoutMasterIdLst>
    <p:handoutMasterId r:id="rId12"/>
  </p:handoutMasterIdLst>
  <p:sldIdLst>
    <p:sldId id="2147483085" r:id="rId7"/>
    <p:sldId id="2147483055" r:id="rId8"/>
    <p:sldId id="2147483080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A6C9D7-3117-8CC8-4E4A-4A731FABDC02}" name="Jigna Vaghela" initials="JV" userId="S::jigna.vaghela@RCGGS.COM::53518ad6-d5f0-45d8-b2d6-db097a3d432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1A7"/>
    <a:srgbClr val="004F5F"/>
    <a:srgbClr val="F5F1FA"/>
    <a:srgbClr val="D2F0C6"/>
    <a:srgbClr val="A8DAE3"/>
    <a:srgbClr val="52E081"/>
    <a:srgbClr val="0C2226"/>
    <a:srgbClr val="061F22"/>
    <a:srgbClr val="FF3838"/>
    <a:srgbClr val="FF5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94C596-52F1-4C94-A879-F7166379FC73}" v="2" dt="2026-10-08T08:31:11.811"/>
    <p1510:client id="{B64BF696-18D4-410A-8814-489C6B9FDAAE}" v="3" dt="2026-10-08T06:25:49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Sharma" userId="e7d45df1-48b0-4fec-a35b-6bd23f494861" providerId="ADAL" clId="{98EF8AF6-41F6-453C-BAF3-9F92310D77CE}"/>
    <pc:docChg chg="undo custSel addSld delSld modSld sldOrd delMainMaster modMainMaster">
      <pc:chgData name="Abhishek Sharma" userId="e7d45df1-48b0-4fec-a35b-6bd23f494861" providerId="ADAL" clId="{98EF8AF6-41F6-453C-BAF3-9F92310D77CE}" dt="2026-10-08T08:31:16.093" v="179" actId="47"/>
      <pc:docMkLst>
        <pc:docMk/>
      </pc:docMkLst>
      <pc:sldChg chg="add">
        <pc:chgData name="Abhishek Sharma" userId="e7d45df1-48b0-4fec-a35b-6bd23f494861" providerId="ADAL" clId="{98EF8AF6-41F6-453C-BAF3-9F92310D77CE}" dt="2026-10-08T06:25:33.704" v="168"/>
        <pc:sldMkLst>
          <pc:docMk/>
          <pc:sldMk cId="0" sldId="259"/>
        </pc:sldMkLst>
      </pc:sldChg>
      <pc:sldChg chg="add ord">
        <pc:chgData name="Abhishek Sharma" userId="e7d45df1-48b0-4fec-a35b-6bd23f494861" providerId="ADAL" clId="{98EF8AF6-41F6-453C-BAF3-9F92310D77CE}" dt="2026-10-08T06:26:04.326" v="174"/>
        <pc:sldMkLst>
          <pc:docMk/>
          <pc:sldMk cId="0" sldId="260"/>
        </pc:sldMkLst>
      </pc:sldChg>
      <pc:sldChg chg="modSp add del mod ord">
        <pc:chgData name="Abhishek Sharma" userId="e7d45df1-48b0-4fec-a35b-6bd23f494861" providerId="ADAL" clId="{98EF8AF6-41F6-453C-BAF3-9F92310D77CE}" dt="2026-10-08T08:31:16.093" v="179" actId="47"/>
        <pc:sldMkLst>
          <pc:docMk/>
          <pc:sldMk cId="0" sldId="261"/>
        </pc:sldMkLst>
        <pc:spChg chg="mod">
          <ac:chgData name="Abhishek Sharma" userId="e7d45df1-48b0-4fec-a35b-6bd23f494861" providerId="ADAL" clId="{98EF8AF6-41F6-453C-BAF3-9F92310D77CE}" dt="2026-10-08T08:00:26.362" v="175" actId="1076"/>
          <ac:spMkLst>
            <pc:docMk/>
            <pc:sldMk cId="0" sldId="261"/>
            <ac:spMk id="12" creationId="{00000000-0000-0000-0000-000000000000}"/>
          </ac:spMkLst>
        </pc:spChg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198539992" sldId="266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1175046173" sldId="271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2701059910" sldId="276"/>
        </pc:sldMkLst>
      </pc:sldChg>
      <pc:sldChg chg="delSp add mod">
        <pc:chgData name="Abhishek Sharma" userId="e7d45df1-48b0-4fec-a35b-6bd23f494861" providerId="ADAL" clId="{98EF8AF6-41F6-453C-BAF3-9F92310D77CE}" dt="2026-10-08T06:24:54.261" v="167" actId="478"/>
        <pc:sldMkLst>
          <pc:docMk/>
          <pc:sldMk cId="595481304" sldId="281"/>
        </pc:sldMkLst>
        <pc:spChg chg="del">
          <ac:chgData name="Abhishek Sharma" userId="e7d45df1-48b0-4fec-a35b-6bd23f494861" providerId="ADAL" clId="{98EF8AF6-41F6-453C-BAF3-9F92310D77CE}" dt="2026-10-08T06:24:54.261" v="167" actId="478"/>
          <ac:spMkLst>
            <pc:docMk/>
            <pc:sldMk cId="595481304" sldId="281"/>
            <ac:spMk id="21" creationId="{E41AFBFD-827C-EBF4-D39E-9D0D21811618}"/>
          </ac:spMkLst>
        </pc:spChg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659292089" sldId="282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3286271730" sldId="283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2923487738" sldId="285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2319159472" sldId="287"/>
        </pc:sldMkLst>
      </pc:sldChg>
      <pc:sldChg chg="addSp delSp modSp add del mod">
        <pc:chgData name="Abhishek Sharma" userId="e7d45df1-48b0-4fec-a35b-6bd23f494861" providerId="ADAL" clId="{98EF8AF6-41F6-453C-BAF3-9F92310D77CE}" dt="2026-10-08T08:31:11.811" v="178"/>
        <pc:sldMkLst>
          <pc:docMk/>
          <pc:sldMk cId="1601503242" sldId="2147483055"/>
        </pc:sldMkLst>
        <pc:spChg chg="add mod">
          <ac:chgData name="Abhishek Sharma" userId="e7d45df1-48b0-4fec-a35b-6bd23f494861" providerId="ADAL" clId="{98EF8AF6-41F6-453C-BAF3-9F92310D77CE}" dt="2026-10-08T08:31:11.811" v="178"/>
          <ac:spMkLst>
            <pc:docMk/>
            <pc:sldMk cId="1601503242" sldId="2147483055"/>
            <ac:spMk id="2" creationId="{7C2372B2-A490-1901-2414-7626F650A16B}"/>
          </ac:spMkLst>
        </pc:spChg>
        <pc:spChg chg="del">
          <ac:chgData name="Abhishek Sharma" userId="e7d45df1-48b0-4fec-a35b-6bd23f494861" providerId="ADAL" clId="{98EF8AF6-41F6-453C-BAF3-9F92310D77CE}" dt="2026-10-08T08:31:11.232" v="177" actId="478"/>
          <ac:spMkLst>
            <pc:docMk/>
            <pc:sldMk cId="1601503242" sldId="2147483055"/>
            <ac:spMk id="3" creationId="{53E840B1-980B-114E-34A7-EADE8E263E9D}"/>
          </ac:spMkLst>
        </pc:spChg>
        <pc:spChg chg="add mod">
          <ac:chgData name="Abhishek Sharma" userId="e7d45df1-48b0-4fec-a35b-6bd23f494861" providerId="ADAL" clId="{98EF8AF6-41F6-453C-BAF3-9F92310D77CE}" dt="2026-10-08T08:31:11.811" v="178"/>
          <ac:spMkLst>
            <pc:docMk/>
            <pc:sldMk cId="1601503242" sldId="2147483055"/>
            <ac:spMk id="4" creationId="{C0BA39DF-1755-E6C5-86F5-CA586EB5E2C7}"/>
          </ac:spMkLst>
        </pc:spChg>
        <pc:spChg chg="del">
          <ac:chgData name="Abhishek Sharma" userId="e7d45df1-48b0-4fec-a35b-6bd23f494861" providerId="ADAL" clId="{98EF8AF6-41F6-453C-BAF3-9F92310D77CE}" dt="2026-10-08T08:31:11.232" v="177" actId="478"/>
          <ac:spMkLst>
            <pc:docMk/>
            <pc:sldMk cId="1601503242" sldId="2147483055"/>
            <ac:spMk id="5" creationId="{3CE17CE4-1FC1-79D3-485C-F406C9894ED0}"/>
          </ac:spMkLst>
        </pc:spChg>
        <pc:spChg chg="add mod">
          <ac:chgData name="Abhishek Sharma" userId="e7d45df1-48b0-4fec-a35b-6bd23f494861" providerId="ADAL" clId="{98EF8AF6-41F6-453C-BAF3-9F92310D77CE}" dt="2026-10-08T08:31:11.811" v="178"/>
          <ac:spMkLst>
            <pc:docMk/>
            <pc:sldMk cId="1601503242" sldId="2147483055"/>
            <ac:spMk id="6" creationId="{ECF94EDD-AD63-7804-7976-B3B3AD6F24D9}"/>
          </ac:spMkLst>
        </pc:spChg>
        <pc:spChg chg="del">
          <ac:chgData name="Abhishek Sharma" userId="e7d45df1-48b0-4fec-a35b-6bd23f494861" providerId="ADAL" clId="{98EF8AF6-41F6-453C-BAF3-9F92310D77CE}" dt="2026-10-08T08:31:11.232" v="177" actId="478"/>
          <ac:spMkLst>
            <pc:docMk/>
            <pc:sldMk cId="1601503242" sldId="2147483055"/>
            <ac:spMk id="45" creationId="{9AB5CCBE-4493-38BF-B705-3C72C995FEEB}"/>
          </ac:spMkLst>
        </pc:spChg>
      </pc:sldChg>
      <pc:sldChg chg="del">
        <pc:chgData name="Abhishek Sharma" userId="e7d45df1-48b0-4fec-a35b-6bd23f494861" providerId="ADAL" clId="{98EF8AF6-41F6-453C-BAF3-9F92310D77CE}" dt="2026-10-08T06:25:53.980" v="171" actId="47"/>
        <pc:sldMkLst>
          <pc:docMk/>
          <pc:sldMk cId="444373032" sldId="2147483083"/>
        </pc:sldMkLst>
      </pc:sldChg>
      <pc:sldChg chg="del">
        <pc:chgData name="Abhishek Sharma" userId="e7d45df1-48b0-4fec-a35b-6bd23f494861" providerId="ADAL" clId="{98EF8AF6-41F6-453C-BAF3-9F92310D77CE}" dt="2026-10-08T06:25:54.824" v="172" actId="47"/>
        <pc:sldMkLst>
          <pc:docMk/>
          <pc:sldMk cId="2870705265" sldId="2147483084"/>
        </pc:sldMkLst>
      </pc:sldChg>
      <pc:sldChg chg="addSp delSp modSp add mod">
        <pc:chgData name="Abhishek Sharma" userId="e7d45df1-48b0-4fec-a35b-6bd23f494861" providerId="ADAL" clId="{98EF8AF6-41F6-453C-BAF3-9F92310D77CE}" dt="2026-10-08T06:24:24.364" v="165" actId="20577"/>
        <pc:sldMkLst>
          <pc:docMk/>
          <pc:sldMk cId="4129506378" sldId="2147483085"/>
        </pc:sldMkLst>
        <pc:spChg chg="add mod">
          <ac:chgData name="Abhishek Sharma" userId="e7d45df1-48b0-4fec-a35b-6bd23f494861" providerId="ADAL" clId="{98EF8AF6-41F6-453C-BAF3-9F92310D77CE}" dt="2026-10-08T06:24:12.957" v="152" actId="20577"/>
          <ac:spMkLst>
            <pc:docMk/>
            <pc:sldMk cId="4129506378" sldId="2147483085"/>
            <ac:spMk id="8" creationId="{210953F2-55CC-53E6-8003-955D663F1606}"/>
          </ac:spMkLst>
        </pc:spChg>
        <pc:spChg chg="mod">
          <ac:chgData name="Abhishek Sharma" userId="e7d45df1-48b0-4fec-a35b-6bd23f494861" providerId="ADAL" clId="{98EF8AF6-41F6-453C-BAF3-9F92310D77CE}" dt="2026-10-08T06:24:17.530" v="159" actId="20577"/>
          <ac:spMkLst>
            <pc:docMk/>
            <pc:sldMk cId="4129506378" sldId="2147483085"/>
            <ac:spMk id="9" creationId="{FF8CAA86-6AFF-95F5-9210-D4D41025145C}"/>
          </ac:spMkLst>
        </pc:spChg>
        <pc:spChg chg="mod">
          <ac:chgData name="Abhishek Sharma" userId="e7d45df1-48b0-4fec-a35b-6bd23f494861" providerId="ADAL" clId="{98EF8AF6-41F6-453C-BAF3-9F92310D77CE}" dt="2026-10-08T06:24:24.364" v="165" actId="20577"/>
          <ac:spMkLst>
            <pc:docMk/>
            <pc:sldMk cId="4129506378" sldId="2147483085"/>
            <ac:spMk id="10" creationId="{9EE5F53B-9C65-4982-2E72-53FE40AD0BBD}"/>
          </ac:spMkLst>
        </pc:spChg>
      </pc:sldChg>
      <pc:sldMasterChg chg="del delSldLayout">
        <pc:chgData name="Abhishek Sharma" userId="e7d45df1-48b0-4fec-a35b-6bd23f494861" providerId="ADAL" clId="{98EF8AF6-41F6-453C-BAF3-9F92310D77CE}" dt="2026-10-08T06:25:54.824" v="172" actId="47"/>
        <pc:sldMasterMkLst>
          <pc:docMk/>
          <pc:sldMasterMk cId="3916917496" sldId="2147483806"/>
        </pc:sldMasterMkLst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531600110" sldId="2147483807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191725475" sldId="2147483808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1232358330" sldId="2147483809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265335020" sldId="2147483810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108595349" sldId="2147483811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188659001" sldId="2147483812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942429497" sldId="2147483813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95975078" sldId="2147483814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848055562" sldId="2147483815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030882386" sldId="2147483816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213650215" sldId="2147483817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061152758" sldId="2147483818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804173191" sldId="2147483819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1941096993" sldId="2147483820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431248615" sldId="2147483821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1529328987" sldId="2147483822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272461480" sldId="2147483823"/>
          </pc:sldLayoutMkLst>
        </pc:sldLayoutChg>
      </pc:sldMasterChg>
      <pc:sldMasterChg chg="del delSldLayout">
        <pc:chgData name="Abhishek Sharma" userId="e7d45df1-48b0-4fec-a35b-6bd23f494861" providerId="ADAL" clId="{98EF8AF6-41F6-453C-BAF3-9F92310D77CE}" dt="2026-10-08T08:31:16.093" v="179" actId="47"/>
        <pc:sldMasterMkLst>
          <pc:docMk/>
          <pc:sldMasterMk cId="186040706" sldId="2147483865"/>
        </pc:sldMasterMkLst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553786963" sldId="2147483866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842634426" sldId="2147483867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808528890" sldId="2147483868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862266462" sldId="2147483869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703074363" sldId="2147483870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990156413" sldId="2147483871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4074053974" sldId="2147483872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150820856" sldId="2147483873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670269110" sldId="2147483874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186546618" sldId="2147483875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975457373" sldId="2147483876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683121584" sldId="2147483877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59223823" sldId="2147483878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2343819673" sldId="2147483879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2938942071" sldId="2147483880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549632314" sldId="214748388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29307A-05E4-83F5-47D9-6816D5D8DA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AF7D6-9B3D-67CF-0F2C-DA0116DC25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06C20-E8D4-42F6-95D3-87FC5FE1DBCC}" type="datetimeFigureOut">
              <a:rPr lang="en-US" smtClean="0">
                <a:latin typeface="Montserrat" panose="00000500000000000000" pitchFamily="2" charset="0"/>
              </a:rPr>
              <a:t>10/8/2026</a:t>
            </a:fld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4C5EF-5265-3906-F978-F0D07B0D8A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9A024-933E-4409-E7EF-C8C32382FA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43959-EC9C-40B0-8EEB-EC6EED09C5AE}" type="slidenum">
              <a:rPr lang="en-US" smtClean="0">
                <a:latin typeface="Montserrat" panose="00000500000000000000" pitchFamily="2" charset="0"/>
              </a:rPr>
              <a:t>‹#›</a:t>
            </a:fld>
            <a:endParaRPr lang="en-US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676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0DB03F26-C5F9-7A4F-B5DF-C6B92861F2FD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E7F5CDF3-08F2-5B4B-B5E7-3D1739CC5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63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A743A-4CE7-7839-DCE9-03C77319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812BA-C3FE-B022-0ED4-B7883AC97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075DA-FD8A-D5F2-E4F8-F36F1B47C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12458-9EA0-C039-EFA2-2C27D7199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F5CDF3-08F2-5B4B-B5E7-3D1739CC57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008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6ADA57-3A56-B55F-A8DD-21AA532813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6F9164-6E0F-B0B8-105F-36ACCAA8FC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AD93696-E523-01AE-2652-BE3EFB5B8B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519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08C97D9-505E-6308-D566-38719D652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39A49C-E771-C649-7618-BD4E7EE31A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34E3EAE-4033-BED7-15E4-77D84F6AF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BCB8684-13EB-9834-3912-E10EA155E9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494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BDE65F6-94B3-E6E9-A015-FF606E782E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055" b="7020"/>
          <a:stretch/>
        </p:blipFill>
        <p:spPr>
          <a:xfrm>
            <a:off x="4441372" y="781342"/>
            <a:ext cx="7750628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40661D-0B63-FAAA-B9C3-08479CB8B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1B3BE6-53B4-6FA7-D37D-114A683BF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22947"/>
            <a:ext cx="6516130" cy="181075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F5A519B-2B1C-CF9A-EEE3-166A80CA4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0610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341BCD-E869-7BD5-3D68-E88229A70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506739E-9483-9029-33A8-F5998736BD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43" t="556" r="24491" b="-556"/>
          <a:stretch>
            <a:fillRect/>
          </a:stretch>
        </p:blipFill>
        <p:spPr>
          <a:xfrm>
            <a:off x="5487693" y="38100"/>
            <a:ext cx="6704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82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A0DB50-FEDF-D4D9-B722-7DB1A2589B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DD7516B-1767-C10D-20EE-98BB78174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89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8C3DE0-CAF3-215C-A90E-A571D02586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D3361AD-8D2D-EBEC-3846-0E8C5633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FEAE6-ACF2-3A4E-B592-8FB92A7408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5754539-BD2D-2828-6082-A3D0E06C9B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13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84CDD7-6D62-3143-0385-6BD7F4F9FCD5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DCBB60-55AE-F48D-EB8B-A69F12ED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1CD659-73FF-D839-A58A-9B939E699F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DF06F-5E49-8F06-2919-88C2BC15C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A7E935D-2E5B-E3CE-7F05-0CDCE1A5E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CEF36DE-42C6-88F9-1563-64E4023D1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11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E395D3-B8E0-5411-368B-9199FCEFF8EF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0181C-7620-6920-EA88-0F6BE6AB44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5E163A-C556-EC13-E4D6-A1B3B4C22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8B7F64-B870-44BE-E77F-D87BB6310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6105DD0-2CAC-3318-C5B5-C6D230E16E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B7344A5-5678-D440-50A4-E9C9010DF2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6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C01FFE-57FF-2A9D-88A8-8F890D36D6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184F84-A5C6-1B20-47A9-092B65B9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608650-1617-2DDA-0AE0-9138B1AD73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3E57F12-E40B-7D2D-9196-5A82B1EACB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8B37C6C-44D1-387B-FA83-522DF32CD5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3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C606F1C-6459-C014-EA1F-7F2FB8BB24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71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FC3637-5DD6-1118-150B-0684A844A9ED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26057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0E6B19B-2A2D-D6D4-687F-A22A6E42B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22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4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90E769-54AA-3A88-AB86-0C255A5059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3790E73-1096-F93C-05DF-425E167575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52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5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454EF-F5C1-00D1-76F4-157F9F720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2F75514-DB9F-9BC2-BA08-0EECBED8A2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1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6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97587-6F71-51D7-B8CC-8247A02DD6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C14C4DA-765D-8E14-D826-A01C88944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90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1 - d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00397D-955B-1A98-A6E0-429EBB8A4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B92BFCF-1603-E78A-889E-35EFBD0B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90768F3-EB07-9CB4-B2DA-0D3922403A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35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9A211-634F-179E-A7F6-318D116606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F8E253-C13D-9648-60C6-1FB82005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B673F-B790-C10A-339F-1DF62CFFC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306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3 -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34618-F2F3-5BCC-6770-A0D96EC3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8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3000"/>
                    </a14:imgEffect>
                    <a14:imgEffect>
                      <a14:colorTemperature colorTemp="7078"/>
                    </a14:imgEffect>
                    <a14:imgEffect>
                      <a14:saturation sat="0"/>
                    </a14:imgEffect>
                    <a14:imgEffect>
                      <a14:brightnessContrast bright="-40000" contrast="21000"/>
                    </a14:imgEffect>
                  </a14:imgLayer>
                </a14:imgProps>
              </a:ext>
            </a:extLst>
          </a:blip>
          <a:srcRect l="11299" r="112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18760-6569-5B38-8370-C5037EF8C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0AEDF8-FCFC-A8CD-DFCA-751BA4D27A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23FCD3F-C641-F6DF-E09C-3EB4694E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61" y="2307224"/>
            <a:ext cx="10919543" cy="1099159"/>
          </a:xfrm>
        </p:spPr>
        <p:txBody>
          <a:bodyPr anchor="b">
            <a:noAutofit/>
          </a:bodyPr>
          <a:lstStyle>
            <a:lvl1pPr algn="ctr">
              <a:defRPr sz="80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0550F4C-593D-B036-0B5F-8BA7DDE1A2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9660" y="3445383"/>
            <a:ext cx="10919543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576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6ADA57-3A56-B55F-A8DD-21AA532813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6F9164-6E0F-B0B8-105F-36ACCAA8FC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AD93696-E523-01AE-2652-BE3EFB5B8B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1605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08C97D9-505E-6308-D566-38719D652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39A49C-E771-C649-7618-BD4E7EE31A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34E3EAE-4033-BED7-15E4-77D84F6AF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BCB8684-13EB-9834-3912-E10EA155E9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5338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BDE65F6-94B3-E6E9-A015-FF606E782E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055" b="7020"/>
          <a:stretch/>
        </p:blipFill>
        <p:spPr>
          <a:xfrm>
            <a:off x="4441372" y="781342"/>
            <a:ext cx="7750628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40661D-0B63-FAAA-B9C3-08479CB8B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1B3BE6-53B4-6FA7-D37D-114A683BF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22947"/>
            <a:ext cx="6516130" cy="181075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F5A519B-2B1C-CF9A-EEE3-166A80CA4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3157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341BCD-E869-7BD5-3D68-E88229A70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506739E-9483-9029-33A8-F5998736BD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43" t="556" r="24491" b="-556"/>
          <a:stretch>
            <a:fillRect/>
          </a:stretch>
        </p:blipFill>
        <p:spPr>
          <a:xfrm>
            <a:off x="5487693" y="38100"/>
            <a:ext cx="6704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88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A0DB50-FEDF-D4D9-B722-7DB1A2589B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DD7516B-1767-C10D-20EE-98BB78174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16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8C3DE0-CAF3-215C-A90E-A571D02586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D3361AD-8D2D-EBEC-3846-0E8C5633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FEAE6-ACF2-3A4E-B592-8FB92A7408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5754539-BD2D-2828-6082-A3D0E06C9B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449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84CDD7-6D62-3143-0385-6BD7F4F9FCD5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DCBB60-55AE-F48D-EB8B-A69F12ED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1CD659-73FF-D839-A58A-9B939E699F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DF06F-5E49-8F06-2919-88C2BC15C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A7E935D-2E5B-E3CE-7F05-0CDCE1A5E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CEF36DE-42C6-88F9-1563-64E4023D1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1755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E395D3-B8E0-5411-368B-9199FCEFF8EF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0181C-7620-6920-EA88-0F6BE6AB44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5E163A-C556-EC13-E4D6-A1B3B4C22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8B7F64-B870-44BE-E77F-D87BB6310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6105DD0-2CAC-3318-C5B5-C6D230E16E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B7344A5-5678-D440-50A4-E9C9010DF2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623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9CA98B1-DAAC-284D-8381-8147FB60E39F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01FFE-57FF-2A9D-88A8-8F890D36D6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184F84-A5C6-1B20-47A9-092B65B9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608650-1617-2DDA-0AE0-9138B1AD73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3E57F12-E40B-7D2D-9196-5A82B1EACB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8B37C6C-44D1-387B-FA83-522DF32CD5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8334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FC3637-5DD6-1118-150B-0684A844A9ED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7306370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FC3637-5DD6-1118-150B-0684A844A9ED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4330447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0E6B19B-2A2D-D6D4-687F-A22A6E42B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00245C-994F-14A0-CD26-53A2178F1818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629464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4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90E769-54AA-3A88-AB86-0C255A5059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3790E73-1096-F93C-05DF-425E167575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051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5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454EF-F5C1-00D1-76F4-157F9F720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2F75514-DB9F-9BC2-BA08-0EECBED8A2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766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6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97587-6F71-51D7-B8CC-8247A02DD6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0C6134-5305-F00C-7261-F9D7C9102BCC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C14C4DA-765D-8E14-D826-A01C88944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7231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1 - d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00397D-955B-1A98-A6E0-429EBB8A4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B92BFCF-1603-E78A-889E-35EFBD0B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90768F3-EB07-9CB4-B2DA-0D3922403A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348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9A211-634F-179E-A7F6-318D116606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F8E253-C13D-9648-60C6-1FB82005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B673F-B790-C10A-339F-1DF62CFFC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2412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3 -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34618-F2F3-5BCC-6770-A0D96EC3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8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3000"/>
                    </a14:imgEffect>
                    <a14:imgEffect>
                      <a14:colorTemperature colorTemp="7078"/>
                    </a14:imgEffect>
                    <a14:imgEffect>
                      <a14:saturation sat="0"/>
                    </a14:imgEffect>
                    <a14:imgEffect>
                      <a14:brightnessContrast bright="-40000" contrast="21000"/>
                    </a14:imgEffect>
                  </a14:imgLayer>
                </a14:imgProps>
              </a:ext>
            </a:extLst>
          </a:blip>
          <a:srcRect l="11299" r="112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18760-6569-5B38-8370-C5037EF8C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0AEDF8-FCFC-A8CD-DFCA-751BA4D27A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23FCD3F-C641-F6DF-E09C-3EB4694E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61" y="2307224"/>
            <a:ext cx="10919543" cy="1099159"/>
          </a:xfrm>
        </p:spPr>
        <p:txBody>
          <a:bodyPr anchor="b">
            <a:noAutofit/>
          </a:bodyPr>
          <a:lstStyle>
            <a:lvl1pPr algn="ctr">
              <a:defRPr sz="80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0550F4C-593D-B036-0B5F-8BA7DDE1A2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9660" y="3445383"/>
            <a:ext cx="10919543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0355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7B34EE5-0EFB-C3A2-518B-DB78FEA18C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307" b="7020"/>
          <a:stretch/>
        </p:blipFill>
        <p:spPr>
          <a:xfrm>
            <a:off x="4441372" y="781342"/>
            <a:ext cx="8077200" cy="607665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08C97D9-505E-6308-D566-38719D65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79670"/>
            <a:ext cx="6516130" cy="36260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000" b="0" i="0">
                <a:solidFill>
                  <a:srgbClr val="ECFAE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5962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dk">
    <p:bg>
      <p:bgPr>
        <a:solidFill>
          <a:srgbClr val="0C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ECFAE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8BCB67-C00F-53F1-00BB-35C06E1EB2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3F8531F-B7AC-A648-58EE-4392AB3A6BEF}"/>
              </a:ext>
            </a:extLst>
          </p:cNvPr>
          <p:cNvSpPr/>
          <p:nvPr userDrawn="1"/>
        </p:nvSpPr>
        <p:spPr>
          <a:xfrm rot="14481942">
            <a:off x="7717968" y="528160"/>
            <a:ext cx="4547253" cy="7005785"/>
          </a:xfrm>
          <a:prstGeom prst="ellipse">
            <a:avLst/>
          </a:prstGeom>
          <a:noFill/>
          <a:ln w="19050">
            <a:solidFill>
              <a:srgbClr val="194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FA5556-250D-1991-5ECC-485E10046AB9}"/>
              </a:ext>
            </a:extLst>
          </p:cNvPr>
          <p:cNvSpPr/>
          <p:nvPr userDrawn="1"/>
        </p:nvSpPr>
        <p:spPr>
          <a:xfrm rot="1449865">
            <a:off x="8359156" y="420453"/>
            <a:ext cx="4661642" cy="7403248"/>
          </a:xfrm>
          <a:prstGeom prst="ellipse">
            <a:avLst/>
          </a:prstGeom>
          <a:noFill/>
          <a:ln w="19050">
            <a:solidFill>
              <a:srgbClr val="52E0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878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2 - dk">
    <p:bg>
      <p:bgPr>
        <a:solidFill>
          <a:srgbClr val="0C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8BCB67-C00F-53F1-00BB-35C06E1EB2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3A95EA1-D7F7-5E31-10E8-1BB826284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ECFAE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AFEBC-5D68-C858-A4E3-D72B585EBC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3150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FE5B50C-DB7D-A811-FCD5-BF1D8A65E1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6" y="781342"/>
            <a:ext cx="3860464" cy="60766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D33B2-60D8-0CCE-5CCF-632B679F0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EBD959-1A4E-1736-53B4-8A6E2438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0" y="221587"/>
            <a:ext cx="11285191" cy="1325563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7679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5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DCBB60-55AE-F48D-EB8B-A69F12ED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1CD659-73FF-D839-A58A-9B939E699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0" y="221587"/>
            <a:ext cx="11285191" cy="1325563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B16F0-E172-B12E-97D3-43A04EAA92FE}"/>
              </a:ext>
            </a:extLst>
          </p:cNvPr>
          <p:cNvSpPr txBox="1"/>
          <p:nvPr userDrawn="1"/>
        </p:nvSpPr>
        <p:spPr>
          <a:xfrm>
            <a:off x="11714544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bg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72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ntumLea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3440B02-1005-D095-FDC3-5477E84E2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442965D-1C98-510B-BC3B-DCC1F7112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0" y="221587"/>
            <a:ext cx="11285191" cy="1325563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B9917A6-04AC-1C12-7ED3-59CF191E8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7264" y="6347220"/>
            <a:ext cx="322132" cy="24472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5D049A-38AE-3DA8-FA50-C121D89F98B7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98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3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C97D75-8BD0-2F3B-A1C8-6A71FB9F3940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981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3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Freeform 10">
            <a:extLst>
              <a:ext uri="{FF2B5EF4-FFF2-40B4-BE49-F238E27FC236}">
                <a16:creationId xmlns:a16="http://schemas.microsoft.com/office/drawing/2014/main" id="{B9041244-12FD-AB38-FCE7-51C3BD1DD8CC}"/>
              </a:ext>
            </a:extLst>
          </p:cNvPr>
          <p:cNvSpPr>
            <a:spLocks noChangeAspect="1"/>
          </p:cNvSpPr>
          <p:nvPr userDrawn="1"/>
        </p:nvSpPr>
        <p:spPr>
          <a:xfrm>
            <a:off x="2105479" y="2314298"/>
            <a:ext cx="6400800" cy="1505373"/>
          </a:xfrm>
          <a:custGeom>
            <a:avLst/>
            <a:gdLst/>
            <a:ahLst/>
            <a:cxnLst/>
            <a:rect l="l" t="t" r="r" b="b"/>
            <a:pathLst>
              <a:path w="7560341" h="1778080">
                <a:moveTo>
                  <a:pt x="0" y="0"/>
                </a:moveTo>
                <a:lnTo>
                  <a:pt x="7560341" y="0"/>
                </a:lnTo>
                <a:lnTo>
                  <a:pt x="7560341" y="1778080"/>
                </a:lnTo>
                <a:lnTo>
                  <a:pt x="0" y="1778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FFD90-F441-7092-17EB-7810C1AC1902}"/>
              </a:ext>
            </a:extLst>
          </p:cNvPr>
          <p:cNvSpPr txBox="1"/>
          <p:nvPr userDrawn="1"/>
        </p:nvSpPr>
        <p:spPr>
          <a:xfrm>
            <a:off x="4619765" y="6449297"/>
            <a:ext cx="2621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Montserrat" panose="00000500000000000000" pitchFamily="2" charset="0"/>
              </a:rPr>
              <a:t>©2026 Myridius.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141727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4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A29545-7C3F-AB0F-B427-608EDA493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96063"/>
            <a:ext cx="2336800" cy="546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1A2536-C26D-DEA7-437E-DC7661CA85F3}"/>
              </a:ext>
            </a:extLst>
          </p:cNvPr>
          <p:cNvSpPr txBox="1"/>
          <p:nvPr userDrawn="1"/>
        </p:nvSpPr>
        <p:spPr>
          <a:xfrm>
            <a:off x="11586864" y="6373919"/>
            <a:ext cx="351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000" smtClean="0">
                <a:solidFill>
                  <a:schemeClr val="bg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276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813027-C7DA-CDA5-5C31-012128498B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307" b="7020"/>
          <a:stretch/>
        </p:blipFill>
        <p:spPr>
          <a:xfrm>
            <a:off x="4114801" y="781342"/>
            <a:ext cx="8077200" cy="607665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A5F7B81-9134-C717-8095-A34939EC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79670"/>
            <a:ext cx="6219568" cy="36260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000"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5928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32AD2-2DA6-2394-BAE9-3E65EB913E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4B604EA-C568-A013-20EB-E3B7A45E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A225AE1-0682-BC1B-C338-40376481B3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rgbClr val="0C2226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6BB95F-336F-2E8C-A798-39387BEB3476}"/>
              </a:ext>
            </a:extLst>
          </p:cNvPr>
          <p:cNvSpPr/>
          <p:nvPr userDrawn="1"/>
        </p:nvSpPr>
        <p:spPr>
          <a:xfrm rot="14481942">
            <a:off x="7717968" y="528160"/>
            <a:ext cx="4547253" cy="7005785"/>
          </a:xfrm>
          <a:prstGeom prst="ellipse">
            <a:avLst/>
          </a:prstGeom>
          <a:noFill/>
          <a:ln w="19050">
            <a:solidFill>
              <a:srgbClr val="194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26E3DD-3B4D-E742-314C-10204AC63583}"/>
              </a:ext>
            </a:extLst>
          </p:cNvPr>
          <p:cNvSpPr/>
          <p:nvPr userDrawn="1"/>
        </p:nvSpPr>
        <p:spPr>
          <a:xfrm rot="1449865">
            <a:off x="8359156" y="420453"/>
            <a:ext cx="4661642" cy="7403248"/>
          </a:xfrm>
          <a:prstGeom prst="ellipse">
            <a:avLst/>
          </a:prstGeom>
          <a:noFill/>
          <a:ln w="19050">
            <a:solidFill>
              <a:srgbClr val="52E0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9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2 - 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32AD2-2DA6-2394-BAE9-3E65EB913E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3C52319-C2CC-4FFC-3E83-25832D49FA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B0690F-7F23-5DC0-B675-130D7381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D7FC99-0C0D-F759-5DB9-E8E0763AC5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rgbClr val="0C2226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7267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1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A4C7199-12CF-1F14-70D0-F5DCAC6995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E21A1DE-9FB2-2365-E717-365323275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98639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8DBE1B2-6580-31CE-9BE9-71AF6079D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1" y="221587"/>
            <a:ext cx="11298640" cy="1325563"/>
          </a:xfrm>
        </p:spPr>
        <p:txBody>
          <a:bodyPr/>
          <a:lstStyle>
            <a:lvl1pPr>
              <a:defRPr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9AA46F-1887-EC8C-0202-AA82EFB9A28F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198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2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7ACE81E-4BDA-CBF1-B883-9C1F9126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71745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CFEDAC5-A196-3B94-FFFC-AE0ACD02D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1" y="221587"/>
            <a:ext cx="11271746" cy="1325563"/>
          </a:xfrm>
        </p:spPr>
        <p:txBody>
          <a:bodyPr/>
          <a:lstStyle>
            <a:lvl1pPr>
              <a:defRPr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B2CE7-A63E-E1F3-F6C2-ED7DCD1AD5E5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0196B0CE-BEE6-D913-A79B-63A08DE32F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7264" y="6347220"/>
            <a:ext cx="322132" cy="24472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0171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3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5A3B3804-DB07-82AF-F2BA-533D55929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9BE93A-0FD0-7F03-4A33-0514898BB480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555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4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2B4AA-6F3D-8452-B819-84C22B694DC7}"/>
              </a:ext>
            </a:extLst>
          </p:cNvPr>
          <p:cNvSpPr txBox="1"/>
          <p:nvPr userDrawn="1"/>
        </p:nvSpPr>
        <p:spPr>
          <a:xfrm>
            <a:off x="11586864" y="6373919"/>
            <a:ext cx="351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000" smtClean="0">
                <a:solidFill>
                  <a:schemeClr val="tx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339EDA-D377-5327-05AE-997AFC8404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302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">
    <p:bg>
      <p:bgPr>
        <a:solidFill>
          <a:srgbClr val="ECF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94AE20-1D21-4891-DEC4-C02F720F5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98639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41C716-99B5-5B14-7894-9C08D07C4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1" y="221587"/>
            <a:ext cx="11298640" cy="1325563"/>
          </a:xfrm>
        </p:spPr>
        <p:txBody>
          <a:bodyPr/>
          <a:lstStyle>
            <a:lvl1pPr>
              <a:defRPr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05F-7D29-B5EE-1164-797FBC6910C8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A6DA2E4B-B2DE-D31B-5C84-F21D0726C4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7264" y="6347220"/>
            <a:ext cx="322132" cy="24472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30686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6C0F96F-2B55-5BD3-6EDB-65EEB66E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19" y="0"/>
            <a:ext cx="11285191" cy="8617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D386E-706C-3E09-3445-82A770A6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698" y="1540059"/>
            <a:ext cx="1129321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1577B0-A7AA-C08A-EE4C-6EDAD2D6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1958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  <p:sldLayoutId id="2147483805" r:id="rId1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000" b="1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6C0F96F-2B55-5BD3-6EDB-65EEB66E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19" y="0"/>
            <a:ext cx="11285191" cy="8617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D386E-706C-3E09-3445-82A770A6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698" y="1540059"/>
            <a:ext cx="1129321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1577B0-A7AA-C08A-EE4C-6EDAD2D6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1958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6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000" b="1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6C0F96F-2B55-5BD3-6EDB-65EEB66E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D386E-706C-3E09-3445-82A770A6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8962A-E4B8-748D-3A3B-F09127EED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34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</a:lstStyle>
          <a:p>
            <a:fld id="{9071AF08-805F-FF40-99D7-455AA99257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04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0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210953F2-55CC-53E6-8003-955D663F1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1780172"/>
            <a:ext cx="5880100" cy="1810753"/>
          </a:xfrm>
        </p:spPr>
        <p:txBody>
          <a:bodyPr anchor="t"/>
          <a:lstStyle/>
          <a:p>
            <a:r>
              <a:rPr lang="en-US" sz="4000" kern="0" spc="-88" dirty="0">
                <a:solidFill>
                  <a:srgbClr val="09A78D"/>
                </a:solidFill>
                <a:ea typeface="Segoe UI Semibold" pitchFamily="34" charset="-122"/>
              </a:rPr>
              <a:t>Myridius</a:t>
            </a:r>
            <a:br>
              <a:rPr lang="en-US" sz="4000" kern="0" spc="-88" dirty="0">
                <a:solidFill>
                  <a:srgbClr val="09A78D"/>
                </a:solidFill>
                <a:ea typeface="Segoe UI Semibold" pitchFamily="34" charset="-122"/>
              </a:rPr>
            </a:br>
            <a:r>
              <a:rPr lang="en-US" sz="4000" kern="0" spc="-88" dirty="0">
                <a:solidFill>
                  <a:srgbClr val="09A78D"/>
                </a:solidFill>
                <a:ea typeface="Segoe UI Semibold" pitchFamily="34" charset="-122"/>
              </a:rPr>
              <a:t>DCL GRATS Migration </a:t>
            </a:r>
            <a:endParaRPr lang="en-US" sz="400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F8CAA86-6AFF-95F5-9210-D4D4102514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771" y="4621815"/>
            <a:ext cx="3340100" cy="452822"/>
          </a:xfrm>
        </p:spPr>
        <p:txBody>
          <a:bodyPr/>
          <a:lstStyle/>
          <a:p>
            <a:r>
              <a:rPr lang="en-US" sz="1400" dirty="0"/>
              <a:t>October 2026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EE5F53B-9C65-4982-2E72-53FE40AD0BBD}"/>
              </a:ext>
            </a:extLst>
          </p:cNvPr>
          <p:cNvSpPr txBox="1">
            <a:spLocks/>
          </p:cNvSpPr>
          <p:nvPr/>
        </p:nvSpPr>
        <p:spPr>
          <a:xfrm>
            <a:off x="322169" y="1399070"/>
            <a:ext cx="4133289" cy="4528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b="0" i="0" kern="1200" spc="3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accent3"/>
                </a:solidFill>
              </a:rPr>
              <a:t>Discussion with Disney</a:t>
            </a:r>
          </a:p>
        </p:txBody>
      </p:sp>
    </p:spTree>
    <p:extLst>
      <p:ext uri="{BB962C8B-B14F-4D97-AF65-F5344CB8AC3E}">
        <p14:creationId xmlns:p14="http://schemas.microsoft.com/office/powerpoint/2010/main" val="4129506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85133-E2D3-6CF3-5BC5-7A800D862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>
            <a:extLst>
              <a:ext uri="{FF2B5EF4-FFF2-40B4-BE49-F238E27FC236}">
                <a16:creationId xmlns:a16="http://schemas.microsoft.com/office/drawing/2014/main" id="{7C2372B2-A490-1901-2414-7626F650A16B}"/>
              </a:ext>
            </a:extLst>
          </p:cNvPr>
          <p:cNvSpPr txBox="1"/>
          <p:nvPr/>
        </p:nvSpPr>
        <p:spPr>
          <a:xfrm>
            <a:off x="400050" y="846972"/>
            <a:ext cx="653581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94247"/>
                </a:solidFill>
                <a:effectLst/>
                <a:uLnTx/>
                <a:uFillTx/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Subtitle that adds context in one line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0BA39DF-1755-E6C5-86F5-CA586EB5E2C7}"/>
              </a:ext>
            </a:extLst>
          </p:cNvPr>
          <p:cNvSpPr txBox="1">
            <a:spLocks/>
          </p:cNvSpPr>
          <p:nvPr/>
        </p:nvSpPr>
        <p:spPr>
          <a:xfrm>
            <a:off x="283845" y="313572"/>
            <a:ext cx="11727179" cy="53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000" b="1" i="0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94247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Slide title that states the message in one 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F94EDD-AD63-7804-7976-B3B3AD6F24D9}"/>
              </a:ext>
            </a:extLst>
          </p:cNvPr>
          <p:cNvSpPr txBox="1"/>
          <p:nvPr/>
        </p:nvSpPr>
        <p:spPr>
          <a:xfrm>
            <a:off x="400050" y="188311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210" normalizeH="0" baseline="0" noProof="0">
                <a:ln>
                  <a:noFill/>
                </a:ln>
                <a:solidFill>
                  <a:srgbClr val="09A78D"/>
                </a:solidFill>
                <a:effectLst/>
                <a:uLnTx/>
                <a:uFillTx/>
                <a:latin typeface="Segoe UI" panose="020B0502040204020203" pitchFamily="34" charset="0"/>
                <a:ea typeface="Segoe UI Semibold"/>
                <a:cs typeface="Segoe UI" panose="020B0502040204020203" pitchFamily="34" charset="0"/>
              </a:rPr>
              <a:t>EYEBROW</a:t>
            </a:r>
          </a:p>
        </p:txBody>
      </p:sp>
    </p:spTree>
    <p:extLst>
      <p:ext uri="{BB962C8B-B14F-4D97-AF65-F5344CB8AC3E}">
        <p14:creationId xmlns:p14="http://schemas.microsoft.com/office/powerpoint/2010/main" val="160150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D616D-0274-1985-2776-FCD13D118CD9}"/>
              </a:ext>
            </a:extLst>
          </p:cNvPr>
          <p:cNvSpPr txBox="1"/>
          <p:nvPr/>
        </p:nvSpPr>
        <p:spPr>
          <a:xfrm>
            <a:off x="942975" y="2476500"/>
            <a:ext cx="4733925" cy="952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sz="4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86907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DE5D7CAE-EB9F-DBD8-E8E3-BEC477EB3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770" y="1266514"/>
            <a:ext cx="6400800" cy="1512243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3E31409D-2172-4866-7795-348190737051}"/>
              </a:ext>
            </a:extLst>
          </p:cNvPr>
          <p:cNvSpPr/>
          <p:nvPr/>
        </p:nvSpPr>
        <p:spPr>
          <a:xfrm>
            <a:off x="2499702" y="2661792"/>
            <a:ext cx="5901837" cy="7672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718"/>
              </a:lnSpc>
              <a:spcBef>
                <a:spcPts val="185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33707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Learn more at myridius.com</a:t>
            </a:r>
          </a:p>
        </p:txBody>
      </p:sp>
    </p:spTree>
    <p:extLst>
      <p:ext uri="{BB962C8B-B14F-4D97-AF65-F5344CB8AC3E}">
        <p14:creationId xmlns:p14="http://schemas.microsoft.com/office/powerpoint/2010/main" val="425159633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Myridius 2026">
      <a:dk1>
        <a:srgbClr val="0C2226"/>
      </a:dk1>
      <a:lt1>
        <a:srgbClr val="FFFFFF"/>
      </a:lt1>
      <a:dk2>
        <a:srgbClr val="194247"/>
      </a:dk2>
      <a:lt2>
        <a:srgbClr val="F6F3F0"/>
      </a:lt2>
      <a:accent1>
        <a:srgbClr val="51E081"/>
      </a:accent1>
      <a:accent2>
        <a:srgbClr val="09A78D"/>
      </a:accent2>
      <a:accent3>
        <a:srgbClr val="337077"/>
      </a:accent3>
      <a:accent4>
        <a:srgbClr val="E5FD84"/>
      </a:accent4>
      <a:accent5>
        <a:srgbClr val="CBEBBD"/>
      </a:accent5>
      <a:accent6>
        <a:srgbClr val="94DEA5"/>
      </a:accent6>
      <a:hlink>
        <a:srgbClr val="09A78D"/>
      </a:hlink>
      <a:folHlink>
        <a:srgbClr val="09A78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3_Office Theme">
  <a:themeElements>
    <a:clrScheme name="Myridius 2026">
      <a:dk1>
        <a:srgbClr val="0C2226"/>
      </a:dk1>
      <a:lt1>
        <a:srgbClr val="FFFFFF"/>
      </a:lt1>
      <a:dk2>
        <a:srgbClr val="194247"/>
      </a:dk2>
      <a:lt2>
        <a:srgbClr val="F6F3F0"/>
      </a:lt2>
      <a:accent1>
        <a:srgbClr val="51E081"/>
      </a:accent1>
      <a:accent2>
        <a:srgbClr val="09A78D"/>
      </a:accent2>
      <a:accent3>
        <a:srgbClr val="337077"/>
      </a:accent3>
      <a:accent4>
        <a:srgbClr val="E5FD84"/>
      </a:accent4>
      <a:accent5>
        <a:srgbClr val="CBEBBD"/>
      </a:accent5>
      <a:accent6>
        <a:srgbClr val="94DEA5"/>
      </a:accent6>
      <a:hlink>
        <a:srgbClr val="09A78D"/>
      </a:hlink>
      <a:folHlink>
        <a:srgbClr val="09A78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Myridius 2025">
      <a:dk1>
        <a:srgbClr val="0C2226"/>
      </a:dk1>
      <a:lt1>
        <a:srgbClr val="FFFFFF"/>
      </a:lt1>
      <a:dk2>
        <a:srgbClr val="194247"/>
      </a:dk2>
      <a:lt2>
        <a:srgbClr val="D2F0C6"/>
      </a:lt2>
      <a:accent1>
        <a:srgbClr val="52E081"/>
      </a:accent1>
      <a:accent2>
        <a:srgbClr val="D2F0C6"/>
      </a:accent2>
      <a:accent3>
        <a:srgbClr val="194247"/>
      </a:accent3>
      <a:accent4>
        <a:srgbClr val="0C2226"/>
      </a:accent4>
      <a:accent5>
        <a:srgbClr val="000000"/>
      </a:accent5>
      <a:accent6>
        <a:srgbClr val="52E081"/>
      </a:accent6>
      <a:hlink>
        <a:srgbClr val="52E081"/>
      </a:hlink>
      <a:folHlink>
        <a:srgbClr val="52E081"/>
      </a:folHlink>
    </a:clrScheme>
    <a:fontScheme name="Custom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FBD0CBB-28AB-4E70-A557-6F8F43EDAACB}">
  <we:reference id="WA200010215" version="2.0.0.0" store="Omex" storeType="OMEX"/>
  <we:alternateReferences>
    <we:reference id="WA200010215" version="2.0.0.0" store="WA200010215" storeType="OMEX"/>
  </we:alternateReferences>
  <we:properties>
    <we:property name="bps.codex_control.document_id" value="&quot;e3fbf1b4-2a3b-4c3b-a861-509b4486e7e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1b9688-ab0d-4497-a1e5-51788cd6458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2492CF41097242803D2EA21A1DA434" ma:contentTypeVersion="15" ma:contentTypeDescription="Create a new document." ma:contentTypeScope="" ma:versionID="974e704a9c455b4a170702c16189c06b">
  <xsd:schema xmlns:xsd="http://www.w3.org/2001/XMLSchema" xmlns:xs="http://www.w3.org/2001/XMLSchema" xmlns:p="http://schemas.microsoft.com/office/2006/metadata/properties" xmlns:ns2="e21b9688-ab0d-4497-a1e5-51788cd6458b" xmlns:ns3="4e354d5d-1461-4be1-84db-0b61070ebef5" targetNamespace="http://schemas.microsoft.com/office/2006/metadata/properties" ma:root="true" ma:fieldsID="3a138772235447f233f71de12bc81b8d" ns2:_="" ns3:_="">
    <xsd:import namespace="e21b9688-ab0d-4497-a1e5-51788cd6458b"/>
    <xsd:import namespace="4e354d5d-1461-4be1-84db-0b61070ebe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1b9688-ab0d-4497-a1e5-51788cd645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0f5f769-a73a-44cc-8cb8-1e7862020f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354d5d-1461-4be1-84db-0b61070ebef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A959EB-A2B7-4A15-A2EC-32060017C8D2}">
  <ds:schemaRefs>
    <ds:schemaRef ds:uri="4e354d5d-1461-4be1-84db-0b61070ebef5"/>
    <ds:schemaRef ds:uri="e21b9688-ab0d-4497-a1e5-51788cd645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FA4442E-CBB8-46F2-9812-9E60223607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87B879-1934-4D24-A77F-5561B4BE50F2}">
  <ds:schemaRefs>
    <ds:schemaRef ds:uri="4e354d5d-1461-4be1-84db-0b61070ebef5"/>
    <ds:schemaRef ds:uri="e21b9688-ab0d-4497-a1e5-51788cd645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35</Words>
  <Application>Microsoft Office PowerPoint</Application>
  <PresentationFormat>Widescreen</PresentationFormat>
  <Paragraphs>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Montserrat</vt:lpstr>
      <vt:lpstr>Mundial Light</vt:lpstr>
      <vt:lpstr>Segoe UI</vt:lpstr>
      <vt:lpstr>Segoe UI Semibold</vt:lpstr>
      <vt:lpstr>2_Office Theme</vt:lpstr>
      <vt:lpstr>3_Office Theme</vt:lpstr>
      <vt:lpstr>Office Theme</vt:lpstr>
      <vt:lpstr>Myridius DCL GRATS Migration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cras diem neque nis dolores sinsq nunca diami besque lorem ipsum</dc:title>
  <dc:creator>Ashleigh Rose</dc:creator>
  <cp:lastModifiedBy>Abhishek Sharma</cp:lastModifiedBy>
  <cp:revision>1</cp:revision>
  <dcterms:created xsi:type="dcterms:W3CDTF">2024-12-04T15:35:16Z</dcterms:created>
  <dcterms:modified xsi:type="dcterms:W3CDTF">2026-10-08T08:31:16Z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2024-12-04T15:44:00Z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7d5bda3b-487f-4011-bffd-98a16ef4a53a</vt:lpwstr>
  </property>
  <property fmtid="{D5CDD505-2E9C-101B-9397-08002B2CF9AE}" pid="8" name="MSIP_Label_c62e0584-010f-4004-8a6a-d5c118c8b4bd_ContentBits">
    <vt:lpwstr>0</vt:lpwstr>
  </property>
  <property fmtid="{D5CDD505-2E9C-101B-9397-08002B2CF9AE}" pid="9" name="ContentTypeId">
    <vt:lpwstr>0x010100292492CF41097242803D2EA21A1DA434</vt:lpwstr>
  </property>
  <property fmtid="{D5CDD505-2E9C-101B-9397-08002B2CF9AE}" pid="10" name="MediaServiceImageTags">
    <vt:lpwstr/>
  </property>
  <property fmtid="{D5CDD505-2E9C-101B-9397-08002B2CF9AE}" pid="11" name="TaxKeyword">
    <vt:lpwstr/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xd_Signature">
    <vt:bool>false</vt:bool>
  </property>
</Properties>
</file>